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5.png"/><Relationship Id="rId8" Type="http://schemas.openxmlformats.org/officeDocument/2006/relationships/image" Target="../media/image-9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658118"/>
            <a:ext cx="971401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700608"/>
            <a:ext cx="125849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 PROJECT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1538362" y="658118"/>
            <a:ext cx="1157585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623417" y="700608"/>
            <a:ext cx="144467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PROGRAMMING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98122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Banking Management System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496119" y="207979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console-based banking application built in C, leveraging Structures and File Handling for persistent, secure account management.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2728317"/>
            <a:ext cx="4722763" cy="19050"/>
          </a:xfrm>
          <a:prstGeom prst="roundRect">
            <a:avLst>
              <a:gd name="adj" fmla="val 6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96119" y="299538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6119" y="3429446"/>
            <a:ext cx="4722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 Austin.S — 811325104189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Sathana.S — 811325104196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Shalini.A — 811325104198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Srihari.S — 811325104208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4504"/>
            <a:ext cx="987623" cy="244376"/>
          </a:xfrm>
          <a:prstGeom prst="roundRect">
            <a:avLst>
              <a:gd name="adj" fmla="val 1827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75816" y="474315"/>
            <a:ext cx="1285429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28663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6119" y="1330821"/>
            <a:ext cx="8151763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Banking Management System is a console-based mini project developed in the C programming language. It is designed to manage customer bank accounts digitally — enabling account creation, deposits, withdrawals, and balance enquiries through a simple text-based menu.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6119" y="2200945"/>
            <a:ext cx="4337596" cy="2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85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relies on three foundational C concepts working in concert:</a:t>
            </a:r>
            <a:endParaRPr lang="en-US" sz="10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Structures</a:t>
            </a:r>
            <a:pPr algn="l" indent="0" marL="0">
              <a:lnSpc>
                <a:spcPct val="129000"/>
              </a:lnSpc>
              <a:spcAft>
                <a:spcPts val="85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 customer details — name, account number, PIN, and balance — into a single logical record, mirroring a real-world banking profile.</a:t>
            </a:r>
            <a:endParaRPr lang="en-US" sz="10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Functions</a:t>
            </a:r>
            <a:pPr algn="l" indent="0" marL="0">
              <a:lnSpc>
                <a:spcPct val="129000"/>
              </a:lnSpc>
              <a:spcAft>
                <a:spcPts val="85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modularise each banking operation, keeping the codebase clean, maintainable, and easy to debug.</a:t>
            </a:r>
            <a:endParaRPr lang="en-US" sz="10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Handling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ensures that every transaction is written to disk, so data persists across sessions and survives programme termination — a critical requirement for any real banking application.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67002" y="2088877"/>
            <a:ext cx="3681189" cy="2620119"/>
          </a:xfrm>
          <a:prstGeom prst="roundRect">
            <a:avLst>
              <a:gd name="adj" fmla="val 3652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5199906" y="2213446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99906" y="2545705"/>
            <a:ext cx="3415382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deliver a simple, secure, and reliable banking application that replaces error-prone manual record-keeping with an automated, menu-driven system.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7743"/>
            <a:ext cx="1544762" cy="228451"/>
          </a:xfrm>
          <a:prstGeom prst="roundRect">
            <a:avLst>
              <a:gd name="adj" fmla="val 1857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1872" y="435620"/>
            <a:ext cx="1850454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PROBLEM STATEMENT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71140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Existing System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96119" y="1234306"/>
            <a:ext cx="815176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banks now rely on computerised and digital systems for day-to-day operations, but many of these systems still have important limitations. While they have replaced paper-based records, there are still gaps in integration, speed, accessibility, and user experience that affect both customers and staff.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33649"/>
            <a:ext cx="315590" cy="3155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389733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Disconnected Systems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6119" y="2654424"/>
            <a:ext cx="400563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Account, transaction, and customer data are often stored across separate platforms, making it difficult for different banking services to share information seamlessly.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247" y="1933649"/>
            <a:ext cx="315590" cy="3155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2247" y="2389733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Risks Still Exist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42247" y="2654424"/>
            <a:ext cx="400563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with digital systems, banks remain exposed to cyber threats, unauthorised access, and weak authentication if security controls are not consistently enforced.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452143"/>
            <a:ext cx="315590" cy="3155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6119" y="3908227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Limited Accessibility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96119" y="4172917"/>
            <a:ext cx="400563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services still require branch visits or access to specific terminals, which reduces convenience for customers who expect anytime, anywhere banking.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658023" y="3451324"/>
            <a:ext cx="283964" cy="317153"/>
          </a:xfrm>
          <a:prstGeom prst="roundRect">
            <a:avLst>
              <a:gd name="adj" fmla="val 12075"/>
            </a:avLst>
          </a:prstGeom>
          <a:solidFill>
            <a:srgbClr val="DFDFE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1126" y="3546872"/>
            <a:ext cx="157758" cy="1262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42247" y="3908227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Slow Updates and Automation Gaps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642247" y="4172917"/>
            <a:ext cx="400563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systems do not update balances, approvals, or transaction records instantly, and repeated manual intervention is still needed for routine tasks.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84907"/>
            <a:ext cx="1347936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27397"/>
            <a:ext cx="163502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OUR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08013"/>
            <a:ext cx="42541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Proposed System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6360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system replaces manual bookkeeping with a fully computerised Banking Management System written in C. It is designed to be fast, accurate, and accessible — requiring only a standard compiler to run.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276698"/>
            <a:ext cx="1931566" cy="21818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423220"/>
            <a:ext cx="16385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Persistent File Storage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951187"/>
            <a:ext cx="163852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account and transaction data is stored permanently in binary files, ensuring nothing is lost between sessions.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43" y="2276698"/>
            <a:ext cx="1931640" cy="21818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15964" y="2423220"/>
            <a:ext cx="16385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Menu-Driven Interface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715964" y="2951187"/>
            <a:ext cx="163859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clean, numbered console menu guides users through each operation without needing prior training.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2276698"/>
            <a:ext cx="1931640" cy="21818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89363" y="2423220"/>
            <a:ext cx="16385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Account Access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789363" y="2951187"/>
            <a:ext cx="163859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account is protected by a user-set PIN, verified before withdrawals or balance enquiries are permitted.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6241" y="2276698"/>
            <a:ext cx="1931640" cy="218189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62763" y="2423220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 &amp; Accurate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862763" y="2729731"/>
            <a:ext cx="1638598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Computerised arithmetic eliminates human calculation errors and completes operations in milliseconds.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3691"/>
            <a:ext cx="2092003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526182"/>
            <a:ext cx="237909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TECHNICAL SPECIFICATIONS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06797"/>
            <a:ext cx="42527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Requirements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46238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is lightweight by design and runs on readily available hardware and free, open-source tooling.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08138"/>
            <a:ext cx="1880592" cy="133692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0077" y="2131070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927" y="2594223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Processor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56927" y="2957438"/>
            <a:ext cx="1558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 Core i3 or above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18470" y="2008138"/>
            <a:ext cx="1880592" cy="1336923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2428" y="2131070"/>
            <a:ext cx="212601" cy="212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79278" y="2594223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Memory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2679278" y="2957438"/>
            <a:ext cx="1558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GB RAM minimum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96119" y="3504530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100 MB free disk space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I/O Devices: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Standard keyboard and monitor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647605" y="1848669"/>
            <a:ext cx="4107135" cy="2811066"/>
          </a:xfrm>
          <a:prstGeom prst="roundRect">
            <a:avLst>
              <a:gd name="adj" fmla="val 3631"/>
            </a:avLst>
          </a:prstGeom>
          <a:solidFill>
            <a:srgbClr val="4950BC"/>
          </a:solidFill>
          <a:ln/>
        </p:spPr>
      </p:sp>
      <p:sp>
        <p:nvSpPr>
          <p:cNvPr id="16" name="Text 10"/>
          <p:cNvSpPr/>
          <p:nvPr/>
        </p:nvSpPr>
        <p:spPr>
          <a:xfrm>
            <a:off x="4789363" y="19904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Software Stack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789363" y="2353642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Operating System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10 / 11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789363" y="3002161"/>
            <a:ext cx="3823618" cy="19050"/>
          </a:xfrm>
          <a:prstGeom prst="roundRect">
            <a:avLst>
              <a:gd name="adj" fmla="val 60000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4789363" y="3216101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Compilers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GCC · Code::Blocks · Turbo C · Dev C++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89363" y="3864620"/>
            <a:ext cx="3823618" cy="19050"/>
          </a:xfrm>
          <a:prstGeom prst="roundRect">
            <a:avLst>
              <a:gd name="adj" fmla="val 60000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4789363" y="4078560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Language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(ANSI C standard)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78135" cy="110430"/>
          </a:xfrm>
          <a:prstGeom prst="roundRect">
            <a:avLst>
              <a:gd name="adj" fmla="val 21567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1050354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— ARCHITECTURE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29003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Modules &amp; Workflow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789012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organised into five core modules, each mapped to a specific banking function. A central menu dispatches the user to the selected operation, which reads from or writes to a data file before returning a result.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913879"/>
            <a:ext cx="177180" cy="17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575" y="91387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Deposit Money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17575" y="1045815"/>
            <a:ext cx="246623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the account, prompts for an amount, updates the balance, and appends the record to file.</a:t>
            </a:r>
            <a:endParaRPr lang="en-US" sz="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8082" y="913879"/>
            <a:ext cx="177180" cy="1771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49538" y="91387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Withdraw Money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3449538" y="1045815"/>
            <a:ext cx="2466305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Verifies the PIN, checks for sufficient funds, debits the balance, and persists the change to disk.</a:t>
            </a:r>
            <a:endParaRPr lang="en-US" sz="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0120" y="913879"/>
            <a:ext cx="177180" cy="1771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81576" y="91387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 Balance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6181576" y="1045815"/>
            <a:ext cx="246623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Authenticates the user with their PIN and displays the current balance read from the data file.</a:t>
            </a:r>
            <a:endParaRPr lang="en-US" sz="5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4157" y="1255737"/>
            <a:ext cx="4535612" cy="453553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44688" y="2141696"/>
            <a:ext cx="1461440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2744688" y="2436175"/>
            <a:ext cx="1461440" cy="275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Initialize session and load modules.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945637" y="2072916"/>
            <a:ext cx="1461440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Menu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45637" y="2367395"/>
            <a:ext cx="1461440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dispatch offers operation choices.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2744815" y="4227885"/>
            <a:ext cx="1461440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Operation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744815" y="4751629"/>
            <a:ext cx="1461440" cy="275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picks a banking function to run.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945637" y="4342518"/>
            <a:ext cx="1461440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 File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45637" y="4636997"/>
            <a:ext cx="1461440" cy="27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or write data to the persistent file.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96119" y="583108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module follows the same lifecycle: authenticate, process, write, and confirm — keeping the logic consistent across operations.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4372"/>
            <a:ext cx="907852" cy="140791"/>
          </a:xfrm>
          <a:prstGeom prst="roundRect">
            <a:avLst>
              <a:gd name="adj" fmla="val 20617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7911" y="480268"/>
            <a:ext cx="1261467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— IMPLEMENTATION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616148"/>
            <a:ext cx="2616919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Code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6119" y="965002"/>
            <a:ext cx="860896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code excerpts showing how C Structures and File Handling work together to power the system.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1187946"/>
            <a:ext cx="1584573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 Declaration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96119" y="1382018"/>
            <a:ext cx="3970511" cy="839688"/>
          </a:xfrm>
          <a:prstGeom prst="roundRect">
            <a:avLst>
              <a:gd name="adj" fmla="val 4321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91803" y="1382018"/>
            <a:ext cx="3979143" cy="839688"/>
          </a:xfrm>
          <a:prstGeom prst="roundRect">
            <a:avLst>
              <a:gd name="adj" fmla="val 1543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599777" y="1468338"/>
            <a:ext cx="3763194" cy="66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 Account {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name[50];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acc_no;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pin;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balance;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96119" y="2280865"/>
            <a:ext cx="15370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Account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6119" y="2474937"/>
            <a:ext cx="3970511" cy="1062038"/>
          </a:xfrm>
          <a:prstGeom prst="roundRect">
            <a:avLst>
              <a:gd name="adj" fmla="val 3416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91803" y="2474937"/>
            <a:ext cx="3979143" cy="1062038"/>
          </a:xfrm>
          <a:prstGeom prst="roundRect">
            <a:avLst>
              <a:gd name="adj" fmla="val 1220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599777" y="2561258"/>
            <a:ext cx="3763194" cy="889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createAccount() {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 *fp = fopen("data.dat","a");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scanf("%s %d %d", a.name,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&amp;a.acc_no, &amp;a.pin);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a.balance = 0;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fwrite(&amp;a, sizeof(a), 1, fp);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fclose(fp);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96119" y="3596134"/>
            <a:ext cx="15370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Deposit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6119" y="3790206"/>
            <a:ext cx="3970511" cy="839688"/>
          </a:xfrm>
          <a:prstGeom prst="roundRect">
            <a:avLst>
              <a:gd name="adj" fmla="val 4321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491803" y="3790206"/>
            <a:ext cx="3979143" cy="839688"/>
          </a:xfrm>
          <a:prstGeom prst="roundRect">
            <a:avLst>
              <a:gd name="adj" fmla="val 1543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599777" y="3876526"/>
            <a:ext cx="3763194" cy="66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void deposit() {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/* read record, add amount,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write back */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a.balance += amt;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fwrite(&amp;a, sizeof(a), 1, fp);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682133" y="1187946"/>
            <a:ext cx="15370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Withdraw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82133" y="1382018"/>
            <a:ext cx="3970511" cy="839688"/>
          </a:xfrm>
          <a:prstGeom prst="roundRect">
            <a:avLst>
              <a:gd name="adj" fmla="val 4321"/>
            </a:avLst>
          </a:prstGeom>
          <a:solidFill>
            <a:srgbClr val="F2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4677817" y="1382018"/>
            <a:ext cx="3979143" cy="839688"/>
          </a:xfrm>
          <a:prstGeom prst="roundRect">
            <a:avLst>
              <a:gd name="adj" fmla="val 1543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4785792" y="1468338"/>
            <a:ext cx="3763194" cy="66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withdraw() {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(a.balance &gt;= amt) {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a.balance -= amt;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fwrite(&amp;a, sizeof(a), 1, fp);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682133" y="2280865"/>
            <a:ext cx="15370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 Balance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2133" y="2474937"/>
            <a:ext cx="3970511" cy="728514"/>
          </a:xfrm>
          <a:prstGeom prst="roundRect">
            <a:avLst>
              <a:gd name="adj" fmla="val 4980"/>
            </a:avLst>
          </a:prstGeom>
          <a:solidFill>
            <a:srgbClr val="F2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4677817" y="2474937"/>
            <a:ext cx="3979143" cy="728514"/>
          </a:xfrm>
          <a:prstGeom prst="roundRect">
            <a:avLst>
              <a:gd name="adj" fmla="val 1779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4785792" y="2561258"/>
            <a:ext cx="3763194" cy="555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checkBalance() {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fread(&amp;a, sizeof(a), 1, fp);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printf("Balance: %.2f",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a.balance);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682133" y="3284190"/>
            <a:ext cx="3970511" cy="9525"/>
          </a:xfrm>
          <a:prstGeom prst="roundRect">
            <a:avLst>
              <a:gd name="adj" fmla="val 6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82133" y="3374454"/>
            <a:ext cx="1686744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Handling Functions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82133" y="3561978"/>
            <a:ext cx="3970511" cy="499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fopen()</a:t>
            </a:r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opens a binary data file for read, write, or append</a:t>
            </a:r>
            <a:endParaRPr lang="en-US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fwrite()</a:t>
            </a:r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persists a Structure record to disk</a:t>
            </a:r>
            <a:endParaRPr lang="en-US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fread()</a:t>
            </a:r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retrieves a Structure record from disk</a:t>
            </a:r>
            <a:endParaRPr lang="en-US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fclose()</a:t>
            </a:r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safely releases the file resource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8728"/>
            <a:ext cx="1169566" cy="197644"/>
          </a:xfrm>
          <a:prstGeom prst="roundRect">
            <a:avLst>
              <a:gd name="adj" fmla="val 1920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63835" y="452586"/>
            <a:ext cx="1491332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— DEMONSTRATION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52314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96119" y="1140247"/>
            <a:ext cx="8608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following screens show the project output for the banking workflow.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05024"/>
            <a:ext cx="3938067" cy="221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3821385"/>
            <a:ext cx="292588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Menu and Account Operations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4087862"/>
            <a:ext cx="393806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screenshot shows the banking menu along with the account creation, deposit, withdrawal, and balance-check workflow.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77" y="1505024"/>
            <a:ext cx="3938067" cy="22151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4577" y="3821385"/>
            <a:ext cx="260211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Additional Transaction Outputs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14577" y="4087862"/>
            <a:ext cx="393806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second screenshot shows additional transaction output screens and the resulting console responses.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67519" y="4594771"/>
            <a:ext cx="86089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0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Key Benefits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3555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Banking Management System delivers a robust and efficient solution for modern banking operations, addressing the limitations of existing systems.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48656"/>
            <a:ext cx="4004965" cy="13085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1909465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Efficiency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3127" y="2215976"/>
            <a:ext cx="36071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Automates routine tasks like account creation and transactions, significantly reducing processing times and operational overhead for financial institutions.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748656"/>
            <a:ext cx="4005039" cy="13085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79851" y="1909465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Accuracy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879851" y="2215976"/>
            <a:ext cx="36072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Minimises human error in financial data handling and record-keeping, ensuring reliable data integrity across all banking activities.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98986"/>
            <a:ext cx="4004965" cy="15353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3127" y="3359795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Operations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33127" y="3666306"/>
            <a:ext cx="36071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Implements foundational security measures, including PIN protection and data validation, to safeguard customer information and sensitive transactions.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198986"/>
            <a:ext cx="4005039" cy="153538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79851" y="3359795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Streamlined Experience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879851" y="3666306"/>
            <a:ext cx="36072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 an intuitive, console-based interface that simplifies daily banking for both customers and bank staff, promoting ease of use and accessibility.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2026-07-07T10:47:18Z</dcterms:created>
  <dcterms:modified xsi:type="dcterms:W3CDTF">2026-07-07T10:47:18Z</dcterms:modified>
</cp:coreProperties>
</file>